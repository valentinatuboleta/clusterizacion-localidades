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300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656"/>
    <a:srgbClr val="A64444"/>
    <a:srgbClr val="747474"/>
    <a:srgbClr val="AEAEAE"/>
    <a:srgbClr val="000000"/>
    <a:srgbClr val="171717"/>
    <a:srgbClr val="730503"/>
    <a:srgbClr val="EB8181"/>
    <a:srgbClr val="A03836"/>
    <a:srgbClr val="8C18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7C860-5ADA-984C-95B1-EC5540EF2561}" v="1730" dt="2025-06-03T11:13:12.824"/>
    <p1510:client id="{78150E8C-1977-8D54-46D1-76837E65EA46}" v="17" dt="2025-06-03T11:23:37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/>
    <p:restoredTop sz="94558"/>
  </p:normalViewPr>
  <p:slideViewPr>
    <p:cSldViewPr snapToGrid="0">
      <p:cViewPr varScale="1">
        <p:scale>
          <a:sx n="121" d="100"/>
          <a:sy n="121" d="100"/>
        </p:scale>
        <p:origin x="10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5FD67-EC71-47D1-90CE-86339F00FC6F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BA357-0328-47D9-8533-190B4B6F8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116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BD0A-E63F-B5BE-2332-104F310C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6251D4-31A1-ABB9-9F16-8142C4B50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D2B31A-FB35-B52F-AF82-2A0B5D05B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EF299D-8AB3-C0C7-5D94-C86B074E8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6BA357-0328-47D9-8533-190B4B6F8752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1730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7F76A-B1D3-417A-8521-2307E64CE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1F74F3-1A41-5FE7-C026-4C21A6E01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7EF09-EBC1-55E1-498A-5CF71E08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615336-14F5-5DC2-D65B-918FB415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B2C69B-784F-1484-EAC5-89D3ED54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904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9958C-FF82-35D5-D16C-2D1670DE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AC815-FF7F-7A02-11BF-C62597C35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493151-4DA2-7B8B-FD02-7D932EB0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A0197F-DE16-810F-91D9-6C4DFF09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C76A77-8647-AD6A-F639-E8A71410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528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37E60-3E63-A57B-213C-C69202FC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93DBA7-0974-0350-0D12-5FC8E83FB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176A03-CC7B-336A-7B8C-A7B56BB3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394BD8-9B63-A7E2-6852-4EAC03B0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8CA05F-CAA3-78F6-AAB4-91E0D1EE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24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C4B83-28B9-19E1-AADC-53E816C0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D168F-AB53-226B-EE1E-CF657BE96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6CFD7F-377C-1913-A477-7C45C59B5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59E6CB-B419-DE97-A883-60809910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192D90-9D57-FE9A-7860-0E5C648B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B5C3DF-DDDD-7FB3-E148-54EAE537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239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BD944-176A-09E4-8EB5-D5302064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690F58-99E2-F025-FEDC-DCAA0662C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655F7E-F27E-D259-E532-E5D303237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D3ECA1-EF03-D77F-B325-FF5B5CDF3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93F854-38B7-974D-5FFC-5BC32D9FD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BD7746-8273-7E43-8C5A-19CD71A1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4EB7F2-CF86-3D07-978E-42BED0AF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BEF855-1CBF-7404-E409-F28E505F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319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67F24-61D2-3D87-D57E-F7E184C6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2E5522-0904-2830-8129-F2A22858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9006F7-183C-9037-FE82-4513B0C4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6EC8C9-BF28-3371-B3C6-26AF2ECB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857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F082E7-EFF7-965D-886D-5ECFBC52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3E3A01-1795-49DE-18C4-E46DB2CC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80031C-A226-BB82-9F3E-00F0B6EC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9349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7A1C8-F9C6-6943-D132-A751B184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9649C3-39B5-740E-2928-318F7A8F8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80B87A-52C7-D636-69C3-8F1CF5EAB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8EE230-E45A-1686-D7E3-590160D6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58BA3C-2AEB-3AB5-CB2A-AC0C25C8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57D043-25F4-6482-6AD2-A1BB8E70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408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E14FC-3AD3-3608-FAC3-39E54B9D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A3303C-9C5B-60C1-2E0C-A1BB3A698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6BC4CD-C43D-D5A6-61A6-1FBB05737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B24AE5-DF88-43DD-6A28-9328B064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B1A404-0E81-7EC9-7FDD-5BB82BE7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9D8146-25B4-52B4-24A7-03E75748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63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C30DF-8694-30FF-A7F3-FDD70B4A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F7C3D2-35E8-D7B5-C92C-B2951E8AB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F7CBAB-FF35-70A3-7C3C-B2AEF759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64445-643D-E38B-BC7D-B9BBFD64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306E5B-1772-DAA5-17BD-3B588B83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826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5CEEE4-3BCB-5EEF-B9D6-A7D51D446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C574AA-A3AC-56A6-0350-96EC3D9C7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F1E583-436C-D418-7381-3A6FDA28E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0FB48E-AE98-97BA-A6B5-E02DD780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4799E-7772-E626-11AC-E119E5BC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095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862ADA-D906-8889-78BA-70F965B6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6FF7BA-B21A-288F-082A-F3FB0BCC2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7624A2-67F2-8817-DDE6-7833677C7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80133-938A-934C-A1C6-DE24AB09BAC8}" type="datetimeFigureOut">
              <a:rPr lang="es-CO" smtClean="0"/>
              <a:t>29/08/26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1BA2DB-DD42-A209-E402-625B6C84E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02E29D-735A-0F44-C5B6-DC44F8E1D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3932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EBE1D-FD1E-E453-25C4-0DDD6C5EF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1327"/>
            <a:ext cx="4572000" cy="978636"/>
          </a:xfrm>
        </p:spPr>
        <p:txBody>
          <a:bodyPr>
            <a:normAutofit/>
          </a:bodyPr>
          <a:lstStyle/>
          <a:p>
            <a:r>
              <a:rPr lang="es-CO" sz="3600" b="1" dirty="0">
                <a:solidFill>
                  <a:schemeClr val="bg1"/>
                </a:solidFill>
                <a:latin typeface="Montserrat" pitchFamily="2" charset="77"/>
              </a:rPr>
              <a:t>Titulo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2CAB7C-BEB6-A500-41FC-24DFBE7F1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063" y="3509963"/>
            <a:ext cx="4783873" cy="490654"/>
          </a:xfrm>
        </p:spPr>
        <p:txBody>
          <a:bodyPr>
            <a:normAutofit/>
          </a:bodyPr>
          <a:lstStyle/>
          <a:p>
            <a:r>
              <a:rPr lang="es-CO" sz="2000" dirty="0">
                <a:solidFill>
                  <a:schemeClr val="bg1"/>
                </a:solidFill>
                <a:latin typeface="Montserrat" pitchFamily="2" charset="77"/>
              </a:rPr>
              <a:t>Equipo BI</a:t>
            </a:r>
          </a:p>
        </p:txBody>
      </p:sp>
    </p:spTree>
    <p:extLst>
      <p:ext uri="{BB962C8B-B14F-4D97-AF65-F5344CB8AC3E}">
        <p14:creationId xmlns:p14="http://schemas.microsoft.com/office/powerpoint/2010/main" val="208308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D84AF-EE49-8536-394D-4712FFDE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A644145A-3943-F048-BAD6-C2B8BBFD4A25}"/>
              </a:ext>
            </a:extLst>
          </p:cNvPr>
          <p:cNvSpPr txBox="1"/>
          <p:nvPr/>
        </p:nvSpPr>
        <p:spPr>
          <a:xfrm>
            <a:off x="838200" y="177632"/>
            <a:ext cx="746422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b="1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</a:rPr>
              <a:t>Tema</a:t>
            </a: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FD42990A-C6F8-4723-5D86-A9C5B74142F5}"/>
              </a:ext>
            </a:extLst>
          </p:cNvPr>
          <p:cNvSpPr txBox="1"/>
          <p:nvPr/>
        </p:nvSpPr>
        <p:spPr>
          <a:xfrm>
            <a:off x="408504" y="1222606"/>
            <a:ext cx="10625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err="1">
                <a:latin typeface="Montserrat" pitchFamily="2" charset="77"/>
              </a:rPr>
              <a:t>Descripcion</a:t>
            </a:r>
            <a:endParaRPr lang="es-CO" sz="16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626594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46538</TotalTime>
  <Words>6</Words>
  <Application>Microsoft Macintosh PowerPoint</Application>
  <PresentationFormat>Panorámica</PresentationFormat>
  <Paragraphs>5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Montserrat</vt:lpstr>
      <vt:lpstr>Tema de Office</vt:lpstr>
      <vt:lpstr>Titulo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Hot Seat</dc:title>
  <dc:creator>Nicolas Paz</dc:creator>
  <cp:lastModifiedBy>Valentina Londoño Ramirez</cp:lastModifiedBy>
  <cp:revision>40</cp:revision>
  <dcterms:created xsi:type="dcterms:W3CDTF">2025-02-26T14:42:43Z</dcterms:created>
  <dcterms:modified xsi:type="dcterms:W3CDTF">2026-08-29T20:57:57Z</dcterms:modified>
</cp:coreProperties>
</file>